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49a8ff90ab44cde01a5736ddad0d355769ad92c4f38c8ea97900a1028683200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05d83b1f8cfb9d30b7101f4bece6a94d2021f89c8b09cc2a64b5c1f238c7ed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c91e80f5acc0038114b8abe19f4e6f732df6b085cbba1eac0f551968c6cb25d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